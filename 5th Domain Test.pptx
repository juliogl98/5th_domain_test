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1527975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31527975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31527975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31527975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315279754_0_1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315279754_0_1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1527975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31527975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31527975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31527975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31527975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31527975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350cf7d5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350cf7d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To-Do App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Full Stack Implementation using .NET and React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Scope &amp; Objectives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Core Features: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User Authentication (Login/Register).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</a:t>
            </a:r>
            <a:r>
              <a:rPr lang="es"/>
              <a:t>ask Management (Create, Read, Update, Delete).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Persistent Data Storage.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Approach: Decoupled architecture separating Frontend and Backend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Architecture &amp; Tech Stack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Backend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Framework:</a:t>
            </a:r>
            <a:r>
              <a:rPr lang="es"/>
              <a:t> .NET 10 (C#)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ORM:</a:t>
            </a:r>
            <a:r>
              <a:rPr lang="es"/>
              <a:t> Entity Framework Core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Database:</a:t>
            </a:r>
            <a:r>
              <a:rPr lang="es"/>
              <a:t> SQLite (Local DB)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Auth:</a:t>
            </a:r>
            <a:r>
              <a:rPr lang="es"/>
              <a:t> JWT + BCrypt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Frontend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Library: </a:t>
            </a:r>
            <a:r>
              <a:rPr lang="es"/>
              <a:t>React (Vite)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Language: </a:t>
            </a:r>
            <a:r>
              <a:rPr lang="es"/>
              <a:t>TypeScript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Styling: </a:t>
            </a:r>
            <a:r>
              <a:rPr lang="es"/>
              <a:t>Tailwind CSS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HTTP Client: </a:t>
            </a:r>
            <a:r>
              <a:rPr lang="es"/>
              <a:t>Axios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0" l="0" r="8029" t="0"/>
          <a:stretch/>
        </p:blipFill>
        <p:spPr>
          <a:xfrm>
            <a:off x="0" y="167300"/>
            <a:ext cx="4572000" cy="460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 b="1090" l="0" r="17559" t="-1090"/>
          <a:stretch/>
        </p:blipFill>
        <p:spPr>
          <a:xfrm>
            <a:off x="4743026" y="167300"/>
            <a:ext cx="4184000" cy="460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Security &amp; "Extra Mile" Features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792325"/>
            <a:ext cx="8520600" cy="8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Implemented a Real Authentication and register System.</a:t>
            </a:r>
            <a:endParaRPr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Password Hashing: </a:t>
            </a:r>
            <a:r>
              <a:rPr lang="es"/>
              <a:t>Used BCrypt to hash passwords.</a:t>
            </a:r>
            <a:endParaRPr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Soft Delete in DB: </a:t>
            </a:r>
            <a:r>
              <a:rPr lang="es"/>
              <a:t>Never completely delete data from tables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95" y="1735125"/>
            <a:ext cx="4122655" cy="324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375" y="1735125"/>
            <a:ext cx="4311901" cy="324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 Model (Entity Framework)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4260300" cy="19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s"/>
              <a:t>Users Table:</a:t>
            </a:r>
            <a:r>
              <a:rPr lang="es"/>
              <a:t> Stores Id, Username, and secure PasswordHash.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s"/>
              <a:t>Todos Table:</a:t>
            </a:r>
            <a:r>
              <a:rPr lang="es"/>
              <a:t> Stores Title, IsCompleted, CreatedAt.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s"/>
              <a:t>Relationship:</a:t>
            </a:r>
            <a:r>
              <a:rPr lang="es"/>
              <a:t> One-to-Many (User -&gt; TodoItems).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Note: </a:t>
            </a:r>
            <a:r>
              <a:rPr lang="es"/>
              <a:t>Each user can only access their own data via Foreign Keys.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275" y="3367113"/>
            <a:ext cx="62674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17725"/>
            <a:ext cx="4214374" cy="21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0" y="1939575"/>
            <a:ext cx="9144000" cy="9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20"/>
              <a:t>Live Demo</a:t>
            </a:r>
            <a:endParaRPr sz="44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Future features 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717100" cy="19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Roles in Users table</a:t>
            </a:r>
            <a:r>
              <a:rPr b="1" lang="es"/>
              <a:t>:</a:t>
            </a:r>
            <a:r>
              <a:rPr lang="es"/>
              <a:t> To allow enable/disable certain future functionalities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Audit Fields in all tables</a:t>
            </a:r>
            <a:r>
              <a:rPr b="1" lang="es"/>
              <a:t>:</a:t>
            </a:r>
            <a:r>
              <a:rPr lang="es"/>
              <a:t> To help track any change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Select all button</a:t>
            </a:r>
            <a:r>
              <a:rPr b="1" lang="es"/>
              <a:t>:</a:t>
            </a:r>
            <a:r>
              <a:rPr lang="es"/>
              <a:t> To mark all tasks as done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Delete completed button</a:t>
            </a:r>
            <a:r>
              <a:rPr b="1" lang="es"/>
              <a:t>: </a:t>
            </a:r>
            <a:r>
              <a:rPr lang="es"/>
              <a:t>To delete all completed tasks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